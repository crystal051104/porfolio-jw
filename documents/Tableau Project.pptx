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9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742BCD63-686E-4DB0-A44A-005790EEC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Group 9 Tableau Project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76A10BC1-911A-4309-832D-2E00529679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File created on: </a:t>
            </a:r>
            <a:r>
              <a:rPr lang="en-US" dirty="0"/>
              <a:t>12</a:t>
            </a:r>
            <a:r>
              <a:rPr dirty="0"/>
              <a:t>/16/2</a:t>
            </a:r>
            <a:r>
              <a:rPr lang="en-US" dirty="0"/>
              <a:t>5</a:t>
            </a:r>
            <a:r>
              <a:rPr dirty="0"/>
              <a:t> </a:t>
            </a:r>
            <a:r>
              <a:rPr lang="en-US" dirty="0"/>
              <a:t>9</a:t>
            </a:r>
            <a:r>
              <a:rPr dirty="0"/>
              <a:t>:51:24 AM EDT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Price and Sales Volume by Sub-Category">
            <a:extLst>
              <a:ext uri="{FF2B5EF4-FFF2-40B4-BE49-F238E27FC236}">
                <a16:creationId xmlns:a16="http://schemas.microsoft.com/office/drawing/2014/main" id="{714EFAA6-FDC5-4EE4-BBE4-00DEED98E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815" y="0"/>
            <a:ext cx="2154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Revenue Based on Variables">
            <a:extLst>
              <a:ext uri="{FF2B5EF4-FFF2-40B4-BE49-F238E27FC236}">
                <a16:creationId xmlns:a16="http://schemas.microsoft.com/office/drawing/2014/main" id="{EAE79A59-EA63-4725-B08E-DE0891165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837" y="2457450"/>
            <a:ext cx="488632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Top 10 Products by Sales">
            <a:extLst>
              <a:ext uri="{FF2B5EF4-FFF2-40B4-BE49-F238E27FC236}">
                <a16:creationId xmlns:a16="http://schemas.microsoft.com/office/drawing/2014/main" id="{0AB3F345-8051-4CE9-8903-7D309165F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843" y="0"/>
            <a:ext cx="7858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How Discounts Affect Purchases">
            <a:extLst>
              <a:ext uri="{FF2B5EF4-FFF2-40B4-BE49-F238E27FC236}">
                <a16:creationId xmlns:a16="http://schemas.microsoft.com/office/drawing/2014/main" id="{3D208005-424B-427D-8F15-F3A0CFF6D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056" y="0"/>
            <a:ext cx="7533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Estimated Return Rate Based on Discount">
            <a:extLst>
              <a:ext uri="{FF2B5EF4-FFF2-40B4-BE49-F238E27FC236}">
                <a16:creationId xmlns:a16="http://schemas.microsoft.com/office/drawing/2014/main" id="{D950E711-7D6C-4956-95DD-E5ED75B30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447" y="0"/>
            <a:ext cx="3433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Dashboard">
            <a:extLst>
              <a:ext uri="{FF2B5EF4-FFF2-40B4-BE49-F238E27FC236}">
                <a16:creationId xmlns:a16="http://schemas.microsoft.com/office/drawing/2014/main" id="{EE808BF8-CF8D-4C23-9731-30FC2B9F7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Macintosh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Group 9 Tableau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Jessica Wang</cp:lastModifiedBy>
  <cp:revision>1</cp:revision>
  <dcterms:created xsi:type="dcterms:W3CDTF">2026-03-16T05:51:24Z</dcterms:created>
  <dcterms:modified xsi:type="dcterms:W3CDTF">2026-03-16T05:52:55Z</dcterms:modified>
</cp:coreProperties>
</file>